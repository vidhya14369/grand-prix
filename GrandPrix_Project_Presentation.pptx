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  <a:latin typeface="Courier New"/>
              </a:defRPr>
            </a:pPr>
            <a:r>
              <a:t>GRANDPRIX PIT WALL</a:t>
            </a:r>
          </a:p>
          <a:p>
            <a:pPr>
              <a:spcAft>
                <a:spcPts val="1500"/>
              </a:spcAft>
              <a:defRPr sz="3800" b="1">
                <a:solidFill>
                  <a:srgbClr val="F8FAFC"/>
                </a:solidFill>
                <a:latin typeface="Arial"/>
              </a:defRPr>
            </a:pPr>
            <a:r>
              <a:t>Vocal Emotion &amp; Telemetry Correlation Dashboard</a:t>
            </a:r>
          </a:p>
          <a:p>
            <a:pPr>
              <a:spcAft>
                <a:spcPts val="30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Real-Time Speech classification and Decision Support for Race Engineers</a:t>
            </a:r>
          </a:p>
          <a:p>
            <a:pPr>
              <a:defRPr sz="1200">
                <a:solidFill>
                  <a:srgbClr val="06B6D4"/>
                </a:solidFill>
                <a:latin typeface="Courier New"/>
              </a:defRPr>
            </a:pPr>
            <a:r>
              <a:t>Hackathon Submission  |  The Silent Co-Driver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Pit Wall Communication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EF4444"/>
                </a:solidFill>
                <a:latin typeface="Arial"/>
              </a:defRPr>
            </a:pPr>
            <a:r>
              <a:t>The Challenge: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Cockpit voice radio calls are the first indicator of driver stress, fatigue, or mechanical/tyre wear concerns.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Race engineers have to manually parse vocal tone under heavy cognitive loads during critical racing moments.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• Quantitative telemetry data (lap times, speed) is disconnected from qualitative voice reports, leading to delayed pit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Impact on Race Strategy: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Sudden tire degradation peaks go unnoticed until a sector loss occurs.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Driver stress peaks (e.g. wet track turns, engine issues) are logged late.</a:t>
            </a:r>
          </a:p>
          <a:p>
            <a:pPr>
              <a:spcAft>
                <a:spcPts val="12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• Lack of central visualization linking voice transcriptions and telemetry chart.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Silent Co-Driver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F8FAFC"/>
                </a:solidFill>
                <a:latin typeface="Arial"/>
              </a:defRPr>
            </a:pPr>
            <a:r>
              <a:t>We built a real-time vocal analytics and telemetry correlation dashboard:</a:t>
            </a:r>
          </a:p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✔  Vocal Emotion Classification — </a:t>
            </a:r>
            <a:r>
              <a:rPr b="0">
                <a:solidFill>
                  <a:srgbClr val="F8FAFC"/>
                </a:solidFill>
              </a:rPr>
              <a:t>Uses Wav2Vec2 audio pipeline to calculate precise, square-root calibrated stress indexes, categorizing driver state into Calm, Tired, or Stressed.</a:t>
            </a:r>
          </a:p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✔  ASR Transcription — </a:t>
            </a:r>
            <a:r>
              <a:rPr b="0">
                <a:solidFill>
                  <a:srgbClr val="F8FAFC"/>
                </a:solidFill>
              </a:rPr>
              <a:t>Transcribes the radio speech on-the-fly using OpenAI Whisper-small, resolving acoustic issues and showing text immediately.</a:t>
            </a:r>
          </a:p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✔  Dual-Axis Correlation — </a:t>
            </a:r>
            <a:r>
              <a:rPr b="0">
                <a:solidFill>
                  <a:srgbClr val="F8FAFC"/>
                </a:solidFill>
              </a:rPr>
              <a:t>Correlates Lap Times (Left Y-axis) against Vocal Stress (Right Y-axis) on a line chart to expose performance drop correlations.</a:t>
            </a:r>
          </a:p>
          <a:p>
            <a:pPr>
              <a:spcAft>
                <a:spcPts val="15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✔  AI Strategic Advisor — </a:t>
            </a:r>
            <a:r>
              <a:rPr b="0">
                <a:solidFill>
                  <a:srgbClr val="F8FAFC"/>
                </a:solidFill>
              </a:rPr>
              <a:t>Detects sudden lap-to-lap stress delta jumps (e.g., +40% stress) and worsening pace (+1.7s delta) to immediately recommend pit interventions.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System Architecture &amp;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Next.js Frontend Dashboard: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▪ Framework: Next.js 15 (React 19, Turbopack, App Router).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▪ Styling: TailwindCSS with dark-mode racing theme.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▪ Interactive Charts: Recharts library configured with dual vertical axes.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▪ Microphone Recording: MediaRecorder capture with WAV encoder (16kHz mono).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▪ Telemetry Caching: Client stint caching maps driver &amp; session selections.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FastAPI Python Backend: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▪ Inference Server: FastAPI with Uvicorn orchestration.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▪ Speech Classification: Wav2Vec2 framework (superb/wav2vec2-base-superb-er).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▪ Speech-to-Text: OpenAI Whisper-small pipeline.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▪ Calibration Heuristics: Square-root probability scaling + NLP boost to align driver semantics with tone.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▪ Robust Fallbacks: Gracefully switches to rule-based fallback predictions if models are not loaded.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KEY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Refinements, Robustness &amp; User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⚡  Precision Advisory Deltas — </a:t>
            </a:r>
            <a:r>
              <a:rPr b="0">
                <a:solidFill>
                  <a:srgbClr val="F8FAFC"/>
                </a:solidFill>
              </a:rPr>
              <a:t>Calculates stress and lap time degradation comparing current lap versus previous lap (e.g. '+1.7s versus Lap 8') to deliver judge-friendly, context-precise insights.</a:t>
            </a:r>
          </a:p>
          <a:p>
            <a:pPr>
              <a:spcAft>
                <a:spcPts val="12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⚡  Visual Hierarchy Relocation — </a:t>
            </a:r>
            <a:r>
              <a:rPr b="0">
                <a:solidFill>
                  <a:srgbClr val="F8FAFC"/>
                </a:solidFill>
              </a:rPr>
              <a:t>Moved the AI Advisory Card directly below the vocal stress gauge card, providing a logical top-down eye movement (Action -&gt; Metric -&gt; Advice -&gt; Transcript).</a:t>
            </a:r>
          </a:p>
          <a:p>
            <a:pPr>
              <a:spcAft>
                <a:spcPts val="12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⚡  Custom Location Labels — </a:t>
            </a:r>
            <a:r>
              <a:rPr b="0">
                <a:solidFill>
                  <a:srgbClr val="F8FAFC"/>
                </a:solidFill>
              </a:rPr>
              <a:t>Added a customizable 'Radio Location / Turn' text field for uploads. Custom inputs (like 'Turn 4') sync perfectly in the waveform header and Live Transcript subtitle.</a:t>
            </a:r>
          </a:p>
          <a:p>
            <a:pPr>
              <a:spcAft>
                <a:spcPts val="12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⚡  Multi-State Status Tracking — </a:t>
            </a:r>
            <a:r>
              <a:rPr b="0">
                <a:solidFill>
                  <a:srgbClr val="F8FAFC"/>
                </a:solidFill>
              </a:rPr>
              <a:t>Analyze button ticks through '1/3 Transcribing', '2/3 Emotion Analysis', and '3/3 Updating Telemetry' while safely managing timeouts.</a:t>
            </a:r>
          </a:p>
          <a:p>
            <a:pPr>
              <a:spcAft>
                <a:spcPts val="1200"/>
              </a:spcAft>
              <a:defRPr sz="1300" b="1">
                <a:solidFill>
                  <a:srgbClr val="06B6D4"/>
                </a:solidFill>
                <a:latin typeface="Arial"/>
              </a:defRPr>
            </a:pPr>
            <a:r>
              <a:t>⚡  State Cache Protection — </a:t>
            </a:r>
            <a:r>
              <a:rPr b="0">
                <a:solidFill>
                  <a:srgbClr val="F8FAFC"/>
                </a:solidFill>
              </a:rPr>
              <a:t>Driver/session changes are handled client-side without reset requests, avoiding database pollution and labeling client data cleanly as 'Demo Telemetry'.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  <a:latin typeface="Courier New"/>
              </a:defRPr>
            </a:pPr>
            <a:r>
              <a:t>SUMMARY</a:t>
            </a:r>
          </a:p>
          <a:p>
            <a:pPr>
              <a:spcAft>
                <a:spcPts val="2000"/>
              </a:spcAft>
              <a:defRPr sz="2400" b="1">
                <a:solidFill>
                  <a:srgbClr val="F8FAFC"/>
                </a:solidFill>
                <a:latin typeface="Arial"/>
              </a:defRPr>
            </a:pPr>
            <a:r>
              <a:t>GrandPrix Pit Wall delivers a robust, high-fidelity AI telemetry co-driver built with Next.js 15, FastAPI, and Hugging Face speech models, ready for production use.</a:t>
            </a:r>
          </a:p>
          <a:p>
            <a:pPr>
              <a:spcAft>
                <a:spcPts val="2000"/>
              </a:spcAft>
              <a:defRPr sz="1800" b="1">
                <a:solidFill>
                  <a:srgbClr val="06B6D4"/>
                </a:solidFill>
                <a:latin typeface="Arial"/>
              </a:defRPr>
            </a:pPr>
            <a:r>
              <a:t>Thank you!  |  Q&amp;A</a:t>
            </a:r>
          </a:p>
          <a:p>
            <a:pPr>
              <a:defRPr sz="1400">
                <a:solidFill>
                  <a:srgbClr val="94A3B8"/>
                </a:solidFill>
                <a:latin typeface="Courier New"/>
              </a:defRPr>
            </a:pPr>
            <a:r>
              <a:t>GitHub Link: github.com/vidhya14369/grand-prix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